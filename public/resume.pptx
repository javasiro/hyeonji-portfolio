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</p:sldIdLst>
  <p:sldSz cx="7696200" cy="10833100"/>
  <p:notesSz cx="7559675" cy="10691813"/>
  <p:defaultTextStyle>
    <a:defPPr>
      <a:defRPr lang="en-US"/>
    </a:defPPr>
    <a:lvl1pPr marL="0" algn="l" defTabSz="914400" rtl="0" eaLnBrk="1" latinLnBrk="0" hangingPunct="1">
      <a:defRPr sz="1278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78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78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78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78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78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78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78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78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-1932" y="-120"/>
      </p:cViewPr>
      <p:guideLst>
        <p:guide orient="horz" pos="3408"/>
        <p:guide pos="241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Master" Target="slideMasters/slideMaster2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2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2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2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2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2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Title Only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C7F4CA43-A8E7-4E4E-8113-5862BAAC1DA0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Centered Tex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F330F118-53BE-480A-9E93-A4A13170211F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AndTx" preserve="1">
  <p:cSld name="Title, 2 Content and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 idx="0"/>
          </p:nvPr>
        </p:nvSpPr>
        <p:spPr>
          <a:xfrm>
            <a:off x="384657" y="2534676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 idx="0"/>
          </p:nvPr>
        </p:nvSpPr>
        <p:spPr>
          <a:xfrm>
            <a:off x="3933785" y="2534676"/>
            <a:ext cx="3379306" cy="628145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 idx="0"/>
          </p:nvPr>
        </p:nvSpPr>
        <p:spPr>
          <a:xfrm>
            <a:off x="384657" y="5816277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0AF8E567-B50D-45B6-9B30-9339EA204E8B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xAndTwoObj" preserve="1">
  <p:cSld name="Title Content and 2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 idx="0"/>
          </p:nvPr>
        </p:nvSpPr>
        <p:spPr>
          <a:xfrm>
            <a:off x="384657" y="2534676"/>
            <a:ext cx="3379306" cy="628145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 idx="0"/>
          </p:nvPr>
        </p:nvSpPr>
        <p:spPr>
          <a:xfrm>
            <a:off x="3933785" y="2534676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 idx="0"/>
          </p:nvPr>
        </p:nvSpPr>
        <p:spPr>
          <a:xfrm>
            <a:off x="3933785" y="5816277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4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618180B-9070-4437-8FD5-76BCB4CBACC1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OverTx" preserve="1">
  <p:cSld name="Title, 2 Content over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 idx="0"/>
          </p:nvPr>
        </p:nvSpPr>
        <p:spPr>
          <a:xfrm>
            <a:off x="384657" y="2534676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 idx="0"/>
          </p:nvPr>
        </p:nvSpPr>
        <p:spPr>
          <a:xfrm>
            <a:off x="3933785" y="2534676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 idx="0"/>
          </p:nvPr>
        </p:nvSpPr>
        <p:spPr>
          <a:xfrm>
            <a:off x="384657" y="5816277"/>
            <a:ext cx="6925621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5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0C5075D3-296B-4859-9916-ABFDF2BB8DB8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verTx" preserve="1">
  <p:cSld name="Title, Content over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 idx="0"/>
          </p:nvPr>
        </p:nvSpPr>
        <p:spPr>
          <a:xfrm>
            <a:off x="384657" y="2534676"/>
            <a:ext cx="6925621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 idx="0"/>
          </p:nvPr>
        </p:nvSpPr>
        <p:spPr>
          <a:xfrm>
            <a:off x="384657" y="5816277"/>
            <a:ext cx="6925621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6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0D5C9E1-F63C-42CF-9BCE-B81EEBCF2CF2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Title, 4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 idx="0"/>
          </p:nvPr>
        </p:nvSpPr>
        <p:spPr>
          <a:xfrm>
            <a:off x="384657" y="2534676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 idx="0"/>
          </p:nvPr>
        </p:nvSpPr>
        <p:spPr>
          <a:xfrm>
            <a:off x="3933785" y="2534676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 idx="0"/>
          </p:nvPr>
        </p:nvSpPr>
        <p:spPr>
          <a:xfrm>
            <a:off x="384657" y="5816277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 idx="0"/>
          </p:nvPr>
        </p:nvSpPr>
        <p:spPr>
          <a:xfrm>
            <a:off x="3933785" y="5816277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7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D1A4100-3303-4E3C-A5FE-3BBB6E6BC2A1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Title, 6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 idx="0"/>
          </p:nvPr>
        </p:nvSpPr>
        <p:spPr>
          <a:xfrm>
            <a:off x="384657" y="2534676"/>
            <a:ext cx="222942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 idx="0"/>
          </p:nvPr>
        </p:nvSpPr>
        <p:spPr>
          <a:xfrm>
            <a:off x="2726360" y="2534676"/>
            <a:ext cx="222942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 idx="0"/>
          </p:nvPr>
        </p:nvSpPr>
        <p:spPr>
          <a:xfrm>
            <a:off x="5068064" y="2534676"/>
            <a:ext cx="222942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 idx="0"/>
          </p:nvPr>
        </p:nvSpPr>
        <p:spPr>
          <a:xfrm>
            <a:off x="384657" y="5816277"/>
            <a:ext cx="222942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body" idx="0"/>
          </p:nvPr>
        </p:nvSpPr>
        <p:spPr>
          <a:xfrm>
            <a:off x="2726360" y="5816277"/>
            <a:ext cx="222942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body" idx="0"/>
          </p:nvPr>
        </p:nvSpPr>
        <p:spPr>
          <a:xfrm>
            <a:off x="5068064" y="5816277"/>
            <a:ext cx="222942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5" name="PlaceHolder 8"/>
          <p:cNvSpPr>
            <a:spLocks noGrp="1"/>
          </p:cNvSpPr>
          <p:nvPr>
            <p:ph type="sldNum" idx="8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3717C4A-E193-4E23-B5F8-C278BE498D2D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Blank Slide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sldNum" idx="9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41FD14C7-6273-4C1C-B1A8-BE87A81697A7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x" preserve="1">
  <p:cSld name="Title Slide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10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1E9F889-B825-4574-8B60-66B79CC468C4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 idx="0"/>
          </p:nvPr>
        </p:nvSpPr>
        <p:spPr>
          <a:xfrm>
            <a:off x="384657" y="2534676"/>
            <a:ext cx="6925877" cy="628196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2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2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9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7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,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 idx="0"/>
          </p:nvPr>
        </p:nvSpPr>
        <p:spPr>
          <a:xfrm>
            <a:off x="384657" y="2534676"/>
            <a:ext cx="6925621" cy="628145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11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DDA828F-51CE-4E97-9D61-16DE39F28554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Title, 2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 idx="0"/>
          </p:nvPr>
        </p:nvSpPr>
        <p:spPr>
          <a:xfrm>
            <a:off x="384657" y="2534676"/>
            <a:ext cx="3379306" cy="628145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 idx="0"/>
          </p:nvPr>
        </p:nvSpPr>
        <p:spPr>
          <a:xfrm>
            <a:off x="3933785" y="2534676"/>
            <a:ext cx="3379306" cy="628145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12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C9C5D70-A682-4AE9-A2BC-34BD5A80F93B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기본값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13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F577D908-C8F1-4E4C-9AF7-AB6F381400AA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기본값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Num" idx="14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5B1C7B6-2363-4668-80E1-BAF5FFA26CED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AndTx" preserve="1">
  <p:cSld name="기본값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 idx="0"/>
          </p:nvPr>
        </p:nvSpPr>
        <p:spPr>
          <a:xfrm>
            <a:off x="384657" y="2534676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 idx="0"/>
          </p:nvPr>
        </p:nvSpPr>
        <p:spPr>
          <a:xfrm>
            <a:off x="3933785" y="2534676"/>
            <a:ext cx="3379306" cy="628145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 idx="0"/>
          </p:nvPr>
        </p:nvSpPr>
        <p:spPr>
          <a:xfrm>
            <a:off x="384657" y="5816277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15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9368E988-0E10-4EE4-8F31-8399BE45B8DC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xAndTwoObj" preserve="1">
  <p:cSld name="기본값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 idx="0"/>
          </p:nvPr>
        </p:nvSpPr>
        <p:spPr>
          <a:xfrm>
            <a:off x="384657" y="2534676"/>
            <a:ext cx="3379306" cy="628145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 idx="0"/>
          </p:nvPr>
        </p:nvSpPr>
        <p:spPr>
          <a:xfrm>
            <a:off x="3933785" y="2534676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 idx="0"/>
          </p:nvPr>
        </p:nvSpPr>
        <p:spPr>
          <a:xfrm>
            <a:off x="3933785" y="5816277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16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A3EFAD5-CDB5-4058-AE04-68C3D3ACA388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OverTx" preserve="1">
  <p:cSld name="기본값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 idx="0"/>
          </p:nvPr>
        </p:nvSpPr>
        <p:spPr>
          <a:xfrm>
            <a:off x="384657" y="2534676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 idx="0"/>
          </p:nvPr>
        </p:nvSpPr>
        <p:spPr>
          <a:xfrm>
            <a:off x="3933785" y="2534676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 idx="0"/>
          </p:nvPr>
        </p:nvSpPr>
        <p:spPr>
          <a:xfrm>
            <a:off x="384657" y="5816277"/>
            <a:ext cx="6925621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sldNum" idx="17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110C4AD-BC4F-4A29-AF53-64526110777D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verTx" preserve="1">
  <p:cSld name="기본값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 idx="0"/>
          </p:nvPr>
        </p:nvSpPr>
        <p:spPr>
          <a:xfrm>
            <a:off x="384657" y="2534676"/>
            <a:ext cx="6925621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 idx="0"/>
          </p:nvPr>
        </p:nvSpPr>
        <p:spPr>
          <a:xfrm>
            <a:off x="384657" y="5816277"/>
            <a:ext cx="6925621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sldNum" idx="18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8EAF505-3003-4E09-8190-8317E3BDC3DE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기본값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 idx="0"/>
          </p:nvPr>
        </p:nvSpPr>
        <p:spPr>
          <a:xfrm>
            <a:off x="384657" y="2534676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 idx="0"/>
          </p:nvPr>
        </p:nvSpPr>
        <p:spPr>
          <a:xfrm>
            <a:off x="3933785" y="2534676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 idx="0"/>
          </p:nvPr>
        </p:nvSpPr>
        <p:spPr>
          <a:xfrm>
            <a:off x="384657" y="5816277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 idx="0"/>
          </p:nvPr>
        </p:nvSpPr>
        <p:spPr>
          <a:xfrm>
            <a:off x="3933785" y="5816277"/>
            <a:ext cx="337930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19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2C363D10-9B6D-4131-B26C-BA910D56763A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기본값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 idx="0"/>
          </p:nvPr>
        </p:nvSpPr>
        <p:spPr>
          <a:xfrm>
            <a:off x="384657" y="2534676"/>
            <a:ext cx="222942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 idx="0"/>
          </p:nvPr>
        </p:nvSpPr>
        <p:spPr>
          <a:xfrm>
            <a:off x="2726360" y="2534676"/>
            <a:ext cx="222942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 idx="0"/>
          </p:nvPr>
        </p:nvSpPr>
        <p:spPr>
          <a:xfrm>
            <a:off x="5068064" y="2534676"/>
            <a:ext cx="222942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 idx="0"/>
          </p:nvPr>
        </p:nvSpPr>
        <p:spPr>
          <a:xfrm>
            <a:off x="384657" y="5816277"/>
            <a:ext cx="222942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 idx="0"/>
          </p:nvPr>
        </p:nvSpPr>
        <p:spPr>
          <a:xfrm>
            <a:off x="2726360" y="5816277"/>
            <a:ext cx="222942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 idx="0"/>
          </p:nvPr>
        </p:nvSpPr>
        <p:spPr>
          <a:xfrm>
            <a:off x="5068064" y="5816277"/>
            <a:ext cx="2229426" cy="2995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2" name="PlaceHolder 8"/>
          <p:cNvSpPr>
            <a:spLocks noGrp="1"/>
          </p:cNvSpPr>
          <p:nvPr>
            <p:ph type="sldNum" idx="20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94CDA9BA-84F2-4B59-8E12-8A2ACD4D2B95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기본값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Num" idx="21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4B0209A-2448-41FF-9ABD-C8BA48744795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x" preserve="1">
  <p:cSld name="기본값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ldNum" idx="22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414DE5B3-35E9-4E66-BE70-52D053063380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기본값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 idx="0"/>
          </p:nvPr>
        </p:nvSpPr>
        <p:spPr>
          <a:xfrm>
            <a:off x="384657" y="2534676"/>
            <a:ext cx="6925621" cy="628145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23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2F4749EB-71FF-43E5-BBB5-F127C1576291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기본값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 idx="0"/>
          </p:nvPr>
        </p:nvSpPr>
        <p:spPr>
          <a:xfrm>
            <a:off x="384657" y="431736"/>
            <a:ext cx="6925621" cy="18075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제목 텍스트의 서식을 편집하려면 클릭하십시오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1200" b="0" u="none" strike="noStrike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 idx="0"/>
          </p:nvPr>
        </p:nvSpPr>
        <p:spPr>
          <a:xfrm>
            <a:off x="384657" y="2534676"/>
            <a:ext cx="3379306" cy="628145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 idx="0"/>
          </p:nvPr>
        </p:nvSpPr>
        <p:spPr>
          <a:xfrm>
            <a:off x="3933785" y="2534676"/>
            <a:ext cx="3379306" cy="628145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lvl="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개요 텍스트의 서식을 편집하려면 클릭하십시오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5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6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ko-KR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l"/>
              <a:defRPr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7</a:t>
            </a:r>
            <a:r>
              <a:rPr lang="ko-KR" sz="12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번째 개요 수준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sldNum" idx="24"/>
          </p:nvPr>
        </p:nvSpPr>
        <p:spPr>
          <a:xfrm>
            <a:off x="6256307" y="9021868"/>
            <a:ext cx="173914" cy="316201"/>
          </a:xfrm>
          <a:prstGeom prst="rect">
            <a:avLst/>
          </a:prstGeom>
          <a:noFill/>
          <a:ln w="12600">
            <a:noFill/>
          </a:ln>
        </p:spPr>
        <p:txBody>
          <a:bodyPr lIns="45720" tIns="44999" rIns="45720" bIns="44999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705" b="0" u="none" strike="noStrike">
                <a:solidFill>
                  <a:srgbClr val="000000"/>
                </a:solidFill>
                <a:effectLst/>
                <a:uFillTx/>
                <a:latin typeface="바탕"/>
              </a:defRPr>
            </a:lvl1pPr>
          </a:lstStyle>
          <a:p>
            <a:pPr lvl="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B64B8390-58A4-4A53-A5B1-5CDC942BCC08}" type="slidenum"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바탕"/>
                <a:ea typeface="+mn-ea"/>
                <a:cs typeface="+mn-cs"/>
              </a:rPr>
              <a:pPr lvl="0" indent="0">
                <a:lnSpc>
                  <a:spcPct val="100000"/>
                </a:lnSpc>
                <a:buNone/>
                <a:tabLst>
                  <a:tab pos="0" algn="l"/>
                </a:tabLst>
                <a:defRPr/>
              </a:pPr>
              <a:t>‹#›</a:t>
            </a:fld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_rels/slideMaster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10" Type="http://schemas.openxmlformats.org/officeDocument/2006/relationships/slideLayout" Target="../slideLayouts/slideLayout22.xml"  /><Relationship Id="rId11" Type="http://schemas.openxmlformats.org/officeDocument/2006/relationships/slideLayout" Target="../slideLayouts/slideLayout23.xml"  /><Relationship Id="rId12" Type="http://schemas.openxmlformats.org/officeDocument/2006/relationships/slideLayout" Target="../slideLayouts/slideLayout24.xml"  /><Relationship Id="rId13" Type="http://schemas.openxmlformats.org/officeDocument/2006/relationships/theme" Target="../theme/theme2.xml"  /><Relationship Id="rId2" Type="http://schemas.openxmlformats.org/officeDocument/2006/relationships/slideLayout" Target="../slideLayouts/slideLayout14.xml"  /><Relationship Id="rId3" Type="http://schemas.openxmlformats.org/officeDocument/2006/relationships/slideLayout" Target="../slideLayouts/slideLayout15.xml"  /><Relationship Id="rId4" Type="http://schemas.openxmlformats.org/officeDocument/2006/relationships/slideLayout" Target="../slideLayouts/slideLayout16.xml"  /><Relationship Id="rId5" Type="http://schemas.openxmlformats.org/officeDocument/2006/relationships/slideLayout" Target="../slideLayouts/slideLayout17.xml"  /><Relationship Id="rId6" Type="http://schemas.openxmlformats.org/officeDocument/2006/relationships/slideLayout" Target="../slideLayouts/slideLayout18.xml"  /><Relationship Id="rId7" Type="http://schemas.openxmlformats.org/officeDocument/2006/relationships/slideLayout" Target="../slideLayouts/slideLayout19.xml"  /><Relationship Id="rId8" Type="http://schemas.openxmlformats.org/officeDocument/2006/relationships/slideLayout" Target="../slideLayouts/slideLayout20.xml"  /><Relationship Id="rId9" Type="http://schemas.openxmlformats.org/officeDocument/2006/relationships/slideLayout" Target="../slideLayouts/slideLayout21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xmlns:mc="http://schemas.openxmlformats.org/markup-compatibility/2006" xmlns:hp="http://schemas.haansoft.com/office/presentation/8.0" mc:Ignorable="hp" hp:hslDur="50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1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989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2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278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278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278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278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278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2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278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278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278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278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278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278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278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278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2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xmlns:mc="http://schemas.openxmlformats.org/markup-compatibility/2006" xmlns:hp="http://schemas.haansoft.com/office/presentation/8.0" mc:Ignorable="hp" hp:hslDur="50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1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989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2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278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278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278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278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278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2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278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278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278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278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278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278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278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278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2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0.xml"  /><Relationship Id="rId2" Type="http://schemas.openxmlformats.org/officeDocument/2006/relationships/image" Target="../media/image1.jpe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3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Relationship Id="rId4" Type="http://schemas.openxmlformats.org/officeDocument/2006/relationships/image" Target="../media/image4.jpeg"  /><Relationship Id="rId5" Type="http://schemas.openxmlformats.org/officeDocument/2006/relationships/image" Target="../media/image5.jpeg"  /><Relationship Id="rId6" Type="http://schemas.openxmlformats.org/officeDocument/2006/relationships/image" Target="../media/image6.jpe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"/>
          <p:cNvGrpSpPr/>
          <p:nvPr/>
        </p:nvGrpSpPr>
        <p:grpSpPr>
          <a:xfrm rot="0">
            <a:off x="0" y="0"/>
            <a:ext cx="8092935" cy="10833100"/>
            <a:chOff x="0" y="0"/>
            <a:chExt cx="8092935" cy="10833100"/>
          </a:xfrm>
        </p:grpSpPr>
        <p:sp>
          <p:nvSpPr>
            <p:cNvPr id="125" name="TextBox 21"/>
            <p:cNvSpPr/>
            <p:nvPr/>
          </p:nvSpPr>
          <p:spPr>
            <a:xfrm>
              <a:off x="6736778" y="9992808"/>
              <a:ext cx="569568" cy="291568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en-US" sz="1400" u="none" strike="noStrike">
                  <a:solidFill>
                    <a:srgbClr val="000000"/>
                  </a:solidFill>
                  <a:effectLst/>
                  <a:uFillTx/>
                  <a:latin typeface="+mj-lt"/>
                  <a:ea typeface="맑은 고딕"/>
                </a:rPr>
                <a:t>2025</a:t>
              </a:r>
              <a:endParaRPr lang="en-US" sz="1400" u="none" strike="noStrike">
                <a:solidFill>
                  <a:srgbClr val="000000"/>
                </a:solidFill>
                <a:effectLst/>
                <a:uFillTx/>
                <a:latin typeface="+mj-lt"/>
              </a:endParaRPr>
            </a:p>
          </p:txBody>
        </p:sp>
        <p:pic>
          <p:nvPicPr>
            <p:cNvPr id="129" name="Picture 2"/>
            <p:cNvPicPr>
              <a:picLocks noChangeAspect="1"/>
            </p:cNvPicPr>
            <p:nvPr/>
          </p:nvPicPr>
          <p:blipFill rotWithShape="1">
            <a:blip r:embed="rId2"/>
            <a:srcRect b="6200"/>
            <a:stretch>
              <a:fillRect/>
            </a:stretch>
          </p:blipFill>
          <p:spPr>
            <a:xfrm>
              <a:off x="0" y="0"/>
              <a:ext cx="7696200" cy="10833100"/>
            </a:xfrm>
            <a:prstGeom prst="rect">
              <a:avLst/>
            </a:prstGeom>
          </p:spPr>
        </p:pic>
        <p:sp>
          <p:nvSpPr>
            <p:cNvPr id="130" name="TextBox 4"/>
            <p:cNvSpPr/>
            <p:nvPr/>
          </p:nvSpPr>
          <p:spPr>
            <a:xfrm>
              <a:off x="0" y="5221543"/>
              <a:ext cx="3042930" cy="77207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4999" tIns="44999" rIns="44999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45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유  현  지</a:t>
              </a:r>
              <a:endParaRPr xmlns:mc="http://schemas.openxmlformats.org/markup-compatibility/2006" xmlns:hp="http://schemas.haansoft.com/office/presentation/8.0" lang="en-US" sz="45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31" name="TextBox 81"/>
            <p:cNvSpPr/>
            <p:nvPr/>
          </p:nvSpPr>
          <p:spPr>
            <a:xfrm>
              <a:off x="2304646" y="5554918"/>
              <a:ext cx="3726513" cy="394117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sz="2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  [2001</a:t>
              </a:r>
              <a:r>
                <a:rPr xmlns:mc="http://schemas.openxmlformats.org/markup-compatibility/2006" xmlns:hp="http://schemas.haansoft.com/office/presentation/8.0" lang="ko-KR" sz="2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년생</a:t>
              </a:r>
              <a:r>
                <a:rPr xmlns:mc="http://schemas.openxmlformats.org/markup-compatibility/2006" xmlns:hp="http://schemas.haansoft.com/office/presentation/8.0" lang="en-US" sz="2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]</a:t>
              </a:r>
              <a:endParaRPr xmlns:mc="http://schemas.openxmlformats.org/markup-compatibility/2006" xmlns:hp="http://schemas.haansoft.com/office/presentation/8.0" lang="en-US" sz="2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37" name="TextBox 6"/>
            <p:cNvSpPr/>
            <p:nvPr/>
          </p:nvSpPr>
          <p:spPr>
            <a:xfrm>
              <a:off x="961238" y="5910661"/>
              <a:ext cx="6004782" cy="88756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4999" tIns="44999" rIns="44999" bIns="44999" anchor="t">
              <a:spAutoFit/>
            </a:bodyPr>
            <a:lstStyle/>
            <a:p>
              <a:pPr lvl="0" algn="just">
                <a:lnSpc>
                  <a:spcPct val="12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169cm / 49kg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 algn="just">
                <a:lnSpc>
                  <a:spcPct val="12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010-8329-7763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2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sz="1100" b="1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yoohyeonji123123@naver.com</a:t>
              </a:r>
              <a:endParaRPr xmlns:mc="http://schemas.openxmlformats.org/markup-compatibility/2006" xmlns:hp="http://schemas.haansoft.com/office/presentation/8.0" lang="en-US" sz="1100" b="1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2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spc="-139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액션</a:t>
              </a:r>
              <a:r>
                <a:rPr xmlns:mc="http://schemas.openxmlformats.org/markup-compatibility/2006" xmlns:hp="http://schemas.haansoft.com/office/presentation/8.0" lang="en-US" sz="1100" b="1" u="none" strike="noStrike" spc="-139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, </a:t>
              </a:r>
              <a:r>
                <a:rPr xmlns:mc="http://schemas.openxmlformats.org/markup-compatibility/2006" xmlns:hp="http://schemas.haansoft.com/office/presentation/8.0" lang="ko-KR" sz="1100" b="1" u="none" strike="noStrike" spc="-139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현대무용</a:t>
              </a:r>
              <a:r>
                <a:rPr xmlns:mc="http://schemas.openxmlformats.org/markup-compatibility/2006" xmlns:hp="http://schemas.haansoft.com/office/presentation/8.0" lang="en-US" sz="1100" b="1" u="none" strike="noStrike" spc="-139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, </a:t>
              </a:r>
              <a:r>
                <a:rPr xmlns:mc="http://schemas.openxmlformats.org/markup-compatibility/2006" xmlns:hp="http://schemas.haansoft.com/office/presentation/8.0" lang="ko-KR" sz="1100" b="1" u="none" strike="noStrike" spc="-139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드럼 </a:t>
              </a:r>
              <a:r>
                <a:rPr xmlns:mc="http://schemas.openxmlformats.org/markup-compatibility/2006" xmlns:hp="http://schemas.haansoft.com/office/presentation/8.0" lang="en-US" sz="1100" b="1" u="none" strike="noStrike" spc="-139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, 2</a:t>
              </a:r>
              <a:r>
                <a:rPr xmlns:mc="http://schemas.openxmlformats.org/markup-compatibility/2006" xmlns:hp="http://schemas.haansoft.com/office/presentation/8.0" lang="ko-KR" sz="1100" b="1" u="none" strike="noStrike" spc="-139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종보통 운전면허</a:t>
              </a:r>
              <a:r>
                <a:rPr xmlns:mc="http://schemas.openxmlformats.org/markup-compatibility/2006" xmlns:hp="http://schemas.haansoft.com/office/presentation/8.0" lang="en-US" sz="1100" b="1" u="none" strike="noStrike" spc="-139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, </a:t>
              </a:r>
              <a:r>
                <a:rPr xmlns:mc="http://schemas.openxmlformats.org/markup-compatibility/2006" xmlns:hp="http://schemas.haansoft.com/office/presentation/8.0" lang="ko-KR" sz="1100" b="1" u="none" strike="noStrike" spc="-139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바리스타</a:t>
              </a:r>
              <a:r>
                <a:rPr xmlns:mc="http://schemas.openxmlformats.org/markup-compatibility/2006" xmlns:hp="http://schemas.haansoft.com/office/presentation/8.0" lang="en-US" sz="1100" b="1" u="none" strike="noStrike" spc="-139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(EUCA</a:t>
              </a:r>
              <a:r>
                <a:rPr xmlns:mc="http://schemas.openxmlformats.org/markup-compatibility/2006" xmlns:hp="http://schemas.haansoft.com/office/presentation/8.0" lang="ko-KR" sz="1100" b="1" u="none" strike="noStrike" spc="-139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자격증</a:t>
              </a:r>
              <a:r>
                <a:rPr xmlns:mc="http://schemas.openxmlformats.org/markup-compatibility/2006" xmlns:hp="http://schemas.haansoft.com/office/presentation/8.0" lang="en-US" sz="1100" b="1" u="none" strike="noStrike" spc="-139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)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38" name="TextBox 6"/>
            <p:cNvSpPr/>
            <p:nvPr/>
          </p:nvSpPr>
          <p:spPr>
            <a:xfrm>
              <a:off x="112661" y="5919468"/>
              <a:ext cx="1491311" cy="88828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4999" tIns="44999" rIns="44999" bIns="44999" anchor="t">
              <a:spAutoFit/>
            </a:bodyPr>
            <a:lstStyle/>
            <a:p>
              <a:pPr lvl="0" algn="just">
                <a:lnSpc>
                  <a:spcPct val="12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키 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/ 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몸무게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 algn="just">
                <a:lnSpc>
                  <a:spcPct val="12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연락처  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 algn="just">
                <a:lnSpc>
                  <a:spcPct val="12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이메일   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 algn="just">
                <a:lnSpc>
                  <a:spcPct val="12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특기 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39" name="TextBox 2"/>
            <p:cNvSpPr/>
            <p:nvPr/>
          </p:nvSpPr>
          <p:spPr>
            <a:xfrm>
              <a:off x="114300" y="7027953"/>
              <a:ext cx="979006" cy="159122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2025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Netflix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2025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tvN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2025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SBS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2024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SBS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2024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KBS2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2024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Netflix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2024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Netflix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2022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tvN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2022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pico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40" name="TextBox 3"/>
            <p:cNvSpPr/>
            <p:nvPr/>
          </p:nvSpPr>
          <p:spPr>
            <a:xfrm>
              <a:off x="987626" y="7034446"/>
              <a:ext cx="1742776" cy="1594256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천천히 강렬하게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폭군의 셰프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키스는 괜히 해서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!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사마귀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: 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살인자의 외출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개소리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더 리쿠르트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엑스오키티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연예인 매니저로 살아남기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VR 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드라마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41" name="TextBox 4"/>
            <p:cNvSpPr/>
            <p:nvPr/>
          </p:nvSpPr>
          <p:spPr>
            <a:xfrm>
              <a:off x="2678798" y="7044688"/>
              <a:ext cx="1598745" cy="1591861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코러스 역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(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방영예정</a:t>
              </a: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)</a:t>
              </a:r>
              <a:endParaRPr xmlns:mc="http://schemas.openxmlformats.org/markup-compatibility/2006" xmlns:hp="http://schemas.haansoft.com/office/presentation/8.0" lang="en-US" alt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양반 딸 역 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다림 비슷한 역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여성 경찰 역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유기견 보호사 역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큐티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1 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역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문클래스 학생 역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호영 친구 역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재벌집 막내딸 역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42" name="TextBox 14"/>
            <p:cNvSpPr/>
            <p:nvPr/>
          </p:nvSpPr>
          <p:spPr>
            <a:xfrm>
              <a:off x="111605" y="8854200"/>
              <a:ext cx="865807" cy="125872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2025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단편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2025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단편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2024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상업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2024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장편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2024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단편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2024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단편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2022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단편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43" name="TextBox 15"/>
            <p:cNvSpPr/>
            <p:nvPr/>
          </p:nvSpPr>
          <p:spPr>
            <a:xfrm>
              <a:off x="828024" y="8868916"/>
              <a:ext cx="1416923" cy="1259473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아웃팅은 범죄입니다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한 눈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김치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가희와 용규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피의 서열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없는 영화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연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44" name="TextBox 16"/>
            <p:cNvSpPr/>
            <p:nvPr/>
          </p:nvSpPr>
          <p:spPr>
            <a:xfrm>
              <a:off x="2290767" y="8874680"/>
              <a:ext cx="1998506" cy="125797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설 연 역 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(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주연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)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지수 역 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(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주연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)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유치원선생님 윤아 역 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(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조연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)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가희 역 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(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주연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)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간호사 유보람 역 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(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주연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)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드러머 학생 역 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(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단역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)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지현 역 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(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주연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)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ea typeface="맑은 고딕"/>
                </a:rPr>
                <a:t>	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외 다수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45" name="TextBox 1"/>
            <p:cNvSpPr/>
            <p:nvPr/>
          </p:nvSpPr>
          <p:spPr>
            <a:xfrm>
              <a:off x="4122460" y="8637836"/>
              <a:ext cx="996971" cy="333868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4999" tIns="44999" rIns="44999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6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CF/MV</a:t>
              </a:r>
              <a:endParaRPr xmlns:mc="http://schemas.openxmlformats.org/markup-compatibility/2006" xmlns:hp="http://schemas.haansoft.com/office/presentation/8.0" lang="en-US" altLang="ko-KR" sz="16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47" name="TextBox 18"/>
            <p:cNvSpPr/>
            <p:nvPr/>
          </p:nvSpPr>
          <p:spPr>
            <a:xfrm>
              <a:off x="4151245" y="8912443"/>
              <a:ext cx="1104666" cy="161292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000" b="1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latin typeface="맑은 고딕"/>
                  <a:ea typeface="맑은 고딕"/>
                </a:rPr>
                <a:t>2026</a:t>
              </a:r>
              <a:r>
                <a:rPr xmlns:mc="http://schemas.openxmlformats.org/markup-compatibility/2006" xmlns:hp="http://schemas.haansoft.com/office/presentation/8.0" lang="ko-KR" altLang="en-US" sz="1000" b="1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latin typeface="맑은 고딕"/>
                  <a:ea typeface="맑은 고딕"/>
                </a:rPr>
                <a:t> 전매체</a:t>
              </a:r>
              <a:endParaRPr xmlns:mc="http://schemas.openxmlformats.org/markup-compatibility/2006" xmlns:hp="http://schemas.haansoft.com/office/presentation/8.0" lang="ko-KR" altLang="en-US" sz="1000" b="1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2025</a:t>
              </a:r>
              <a:r>
                <a:rPr xmlns:mc="http://schemas.openxmlformats.org/markup-compatibility/2006" xmlns:hp="http://schemas.haansoft.com/office/presentation/8.0" lang="ko-KR" alt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뮤직비디오</a:t>
              </a:r>
              <a:endParaRPr xmlns:mc="http://schemas.openxmlformats.org/markup-compatibility/2006" xmlns:hp="http://schemas.haansoft.com/office/presentation/8.0" lang="ko-KR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2025</a:t>
              </a:r>
              <a:r>
                <a:rPr xmlns:mc="http://schemas.openxmlformats.org/markup-compatibility/2006" xmlns:hp="http://schemas.haansoft.com/office/presentation/8.0" lang="ko-KR" alt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전매체</a:t>
              </a:r>
              <a:endParaRPr xmlns:mc="http://schemas.openxmlformats.org/markup-compatibility/2006" xmlns:hp="http://schemas.haansoft.com/office/presentation/8.0" lang="ko-KR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2024</a:t>
              </a:r>
              <a:r>
                <a:rPr xmlns:mc="http://schemas.openxmlformats.org/markup-compatibility/2006" xmlns:hp="http://schemas.haansoft.com/office/presentation/8.0" lang="ko-KR" alt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국내</a:t>
              </a:r>
              <a:r>
                <a:rPr xmlns:mc="http://schemas.openxmlformats.org/markup-compatibility/2006" xmlns:hp="http://schemas.haansoft.com/office/presentation/8.0" lang="en-US" alt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,</a:t>
              </a:r>
              <a:r>
                <a:rPr xmlns:mc="http://schemas.openxmlformats.org/markup-compatibility/2006" xmlns:hp="http://schemas.haansoft.com/office/presentation/8.0" lang="ko-KR" alt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해</a:t>
              </a: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외 </a:t>
              </a:r>
              <a:endParaRPr xmlns:mc="http://schemas.openxmlformats.org/markup-compatibility/2006" xmlns:hp="http://schemas.haansoft.com/office/presentation/8.0" lang="ko-KR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2024</a:t>
              </a:r>
              <a:r>
                <a:rPr xmlns:mc="http://schemas.openxmlformats.org/markup-compatibility/2006" xmlns:hp="http://schemas.haansoft.com/office/presentation/8.0" lang="ko-KR" alt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TV</a:t>
              </a:r>
              <a:r>
                <a:rPr xmlns:mc="http://schemas.openxmlformats.org/markup-compatibility/2006" xmlns:hp="http://schemas.haansoft.com/office/presentation/8.0" lang="en-US" alt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CF</a:t>
              </a:r>
              <a:endParaRPr xmlns:mc="http://schemas.openxmlformats.org/markup-compatibility/2006" xmlns:hp="http://schemas.haansoft.com/office/presentation/8.0" lang="en-US" altLang="ko-KR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2024</a:t>
              </a:r>
              <a:r>
                <a:rPr xmlns:mc="http://schemas.openxmlformats.org/markup-compatibility/2006" xmlns:hp="http://schemas.haansoft.com/office/presentation/8.0" lang="ko-KR" alt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TV</a:t>
              </a:r>
              <a:r>
                <a:rPr xmlns:mc="http://schemas.openxmlformats.org/markup-compatibility/2006" xmlns:hp="http://schemas.haansoft.com/office/presentation/8.0" lang="en-US" alt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CF</a:t>
              </a:r>
              <a:endParaRPr xmlns:mc="http://schemas.openxmlformats.org/markup-compatibility/2006" xmlns:hp="http://schemas.haansoft.com/office/presentation/8.0" lang="en-US" altLang="ko-KR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2024</a:t>
              </a:r>
              <a:r>
                <a:rPr xmlns:mc="http://schemas.openxmlformats.org/markup-compatibility/2006" xmlns:hp="http://schemas.haansoft.com/office/presentation/8.0" lang="ko-KR" alt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전매체</a:t>
              </a:r>
              <a:endParaRPr xmlns:mc="http://schemas.openxmlformats.org/markup-compatibility/2006" xmlns:hp="http://schemas.haansoft.com/office/presentation/8.0" lang="ko-KR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2024</a:t>
              </a:r>
              <a:r>
                <a:rPr xmlns:mc="http://schemas.openxmlformats.org/markup-compatibility/2006" xmlns:hp="http://schemas.haansoft.com/office/presentation/8.0" lang="ko-KR" alt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전매체</a:t>
              </a:r>
              <a:endParaRPr xmlns:mc="http://schemas.openxmlformats.org/markup-compatibility/2006" xmlns:hp="http://schemas.haansoft.com/office/presentation/8.0" lang="ko-KR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2024</a:t>
              </a:r>
              <a:r>
                <a:rPr xmlns:mc="http://schemas.openxmlformats.org/markup-compatibility/2006" xmlns:hp="http://schemas.haansoft.com/office/presentation/8.0" lang="ko-KR" alt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전매체</a:t>
              </a:r>
              <a:endParaRPr xmlns:mc="http://schemas.openxmlformats.org/markup-compatibility/2006" xmlns:hp="http://schemas.haansoft.com/office/presentation/8.0" lang="ko-KR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2023</a:t>
              </a:r>
              <a:r>
                <a:rPr xmlns:mc="http://schemas.openxmlformats.org/markup-compatibility/2006" xmlns:hp="http://schemas.haansoft.com/office/presentation/8.0" lang="ko-KR" alt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TV</a:t>
              </a:r>
              <a:r>
                <a:rPr xmlns:mc="http://schemas.openxmlformats.org/markup-compatibility/2006" xmlns:hp="http://schemas.haansoft.com/office/presentation/8.0" lang="en-US" alt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CF</a:t>
              </a:r>
              <a:endParaRPr xmlns:mc="http://schemas.openxmlformats.org/markup-compatibility/2006" xmlns:hp="http://schemas.haansoft.com/office/presentation/8.0" lang="en-US" altLang="ko-KR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48" name="TextBox 19"/>
            <p:cNvSpPr/>
            <p:nvPr/>
          </p:nvSpPr>
          <p:spPr>
            <a:xfrm>
              <a:off x="5259420" y="8918332"/>
              <a:ext cx="1354256" cy="1613693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alt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마이디어 쇼츠 광고</a:t>
              </a:r>
              <a:endParaRPr xmlns:mc="http://schemas.openxmlformats.org/markup-compatibility/2006" xmlns:hp="http://schemas.haansoft.com/office/presentation/8.0" lang="ko-KR" altLang="en-US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10CM &lt;5.0&gt; </a:t>
              </a:r>
              <a:endParaRPr xmlns:mc="http://schemas.openxmlformats.org/markup-compatibility/2006" xmlns:hp="http://schemas.haansoft.com/office/presentation/8.0" lang="en-US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긴자료코 브랜드 필름</a:t>
              </a:r>
              <a:endParaRPr xmlns:mc="http://schemas.openxmlformats.org/markup-compatibility/2006" xmlns:hp="http://schemas.haansoft.com/office/presentation/8.0" lang="ko-KR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한국공항철도</a:t>
              </a:r>
              <a:endParaRPr xmlns:mc="http://schemas.openxmlformats.org/markup-compatibility/2006" xmlns:hp="http://schemas.haansoft.com/office/presentation/8.0" lang="ko-KR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기업브랜드</a:t>
              </a:r>
              <a:endParaRPr xmlns:mc="http://schemas.openxmlformats.org/markup-compatibility/2006" xmlns:hp="http://schemas.haansoft.com/office/presentation/8.0" lang="ko-KR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LG</a:t>
              </a: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인쇄</a:t>
              </a:r>
              <a:endParaRPr xmlns:mc="http://schemas.openxmlformats.org/markup-compatibility/2006" xmlns:hp="http://schemas.haansoft.com/office/presentation/8.0" lang="ko-KR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화장품 수려한</a:t>
              </a:r>
              <a:endParaRPr xmlns:mc="http://schemas.openxmlformats.org/markup-compatibility/2006" xmlns:hp="http://schemas.haansoft.com/office/presentation/8.0" lang="ko-KR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두시한복</a:t>
              </a:r>
              <a:endParaRPr xmlns:mc="http://schemas.openxmlformats.org/markup-compatibility/2006" xmlns:hp="http://schemas.haansoft.com/office/presentation/8.0" lang="ko-KR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비비고</a:t>
              </a:r>
              <a:endParaRPr xmlns:mc="http://schemas.openxmlformats.org/markup-compatibility/2006" xmlns:hp="http://schemas.haansoft.com/office/presentation/8.0" lang="ko-KR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삼성 인트로필름</a:t>
              </a:r>
              <a:endParaRPr xmlns:mc="http://schemas.openxmlformats.org/markup-compatibility/2006" xmlns:hp="http://schemas.haansoft.com/office/presentation/8.0" lang="en-US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49" name="TextBox 20"/>
            <p:cNvSpPr/>
            <p:nvPr/>
          </p:nvSpPr>
          <p:spPr>
            <a:xfrm>
              <a:off x="6520547" y="8924348"/>
              <a:ext cx="1572388" cy="1607676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altLang="en-US" sz="1000" b="1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latin typeface="맑은 고딕"/>
                  <a:ea typeface="맑은 고딕"/>
                </a:rPr>
                <a:t>모델 </a:t>
              </a:r>
              <a:r>
                <a:rPr xmlns:mc="http://schemas.openxmlformats.org/markup-compatibility/2006" xmlns:hp="http://schemas.haansoft.com/office/presentation/8.0" lang="en-US" altLang="ko-KR" sz="1000" b="1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latin typeface="맑은 고딕"/>
                  <a:ea typeface="맑은 고딕"/>
                </a:rPr>
                <a:t>(</a:t>
              </a:r>
              <a:r>
                <a:rPr xmlns:mc="http://schemas.openxmlformats.org/markup-compatibility/2006" xmlns:hp="http://schemas.haansoft.com/office/presentation/8.0" lang="ko-KR" altLang="en-US" sz="1000" b="1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latin typeface="맑은 고딕"/>
                  <a:ea typeface="맑은 고딕"/>
                </a:rPr>
                <a:t>메인</a:t>
              </a:r>
              <a:r>
                <a:rPr xmlns:mc="http://schemas.openxmlformats.org/markup-compatibility/2006" xmlns:hp="http://schemas.haansoft.com/office/presentation/8.0" lang="en-US" altLang="ko-KR" sz="1000" b="1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latin typeface="맑은 고딕"/>
                  <a:ea typeface="맑은 고딕"/>
                </a:rPr>
                <a:t>)</a:t>
              </a:r>
              <a:endParaRPr xmlns:mc="http://schemas.openxmlformats.org/markup-compatibility/2006" xmlns:hp="http://schemas.haansoft.com/office/presentation/8.0" lang="en-US" altLang="ko-KR" sz="1000" b="1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학생</a:t>
              </a:r>
              <a:r>
                <a:rPr xmlns:mc="http://schemas.openxmlformats.org/markup-compatibility/2006" xmlns:hp="http://schemas.haansoft.com/office/presentation/8.0" 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, </a:t>
              </a: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직장인 역</a:t>
              </a:r>
              <a:endParaRPr xmlns:mc="http://schemas.openxmlformats.org/markup-compatibility/2006" xmlns:hp="http://schemas.haansoft.com/office/presentation/8.0" lang="ko-KR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손님 역</a:t>
              </a:r>
              <a:endParaRPr xmlns:mc="http://schemas.openxmlformats.org/markup-compatibility/2006" xmlns:hp="http://schemas.haansoft.com/office/presentation/8.0" lang="ko-KR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승무원 역 </a:t>
              </a:r>
              <a:r>
                <a:rPr xmlns:mc="http://schemas.openxmlformats.org/markup-compatibility/2006" xmlns:hp="http://schemas.haansoft.com/office/presentation/8.0" 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(</a:t>
              </a: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메인</a:t>
              </a:r>
              <a:r>
                <a:rPr xmlns:mc="http://schemas.openxmlformats.org/markup-compatibility/2006" xmlns:hp="http://schemas.haansoft.com/office/presentation/8.0" 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)</a:t>
              </a:r>
              <a:endParaRPr xmlns:mc="http://schemas.openxmlformats.org/markup-compatibility/2006" xmlns:hp="http://schemas.haansoft.com/office/presentation/8.0" lang="en-US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면접관 역 </a:t>
              </a:r>
              <a:r>
                <a:rPr xmlns:mc="http://schemas.openxmlformats.org/markup-compatibility/2006" xmlns:hp="http://schemas.haansoft.com/office/presentation/8.0" 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(</a:t>
              </a: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메인</a:t>
              </a:r>
              <a:r>
                <a:rPr xmlns:mc="http://schemas.openxmlformats.org/markup-compatibility/2006" xmlns:hp="http://schemas.haansoft.com/office/presentation/8.0" 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)</a:t>
              </a:r>
              <a:endParaRPr xmlns:mc="http://schemas.openxmlformats.org/markup-compatibility/2006" xmlns:hp="http://schemas.haansoft.com/office/presentation/8.0" lang="en-US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여직원 역 </a:t>
              </a:r>
              <a:r>
                <a:rPr xmlns:mc="http://schemas.openxmlformats.org/markup-compatibility/2006" xmlns:hp="http://schemas.haansoft.com/office/presentation/8.0" 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(</a:t>
              </a: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메인</a:t>
              </a:r>
              <a:r>
                <a:rPr xmlns:mc="http://schemas.openxmlformats.org/markup-compatibility/2006" xmlns:hp="http://schemas.haansoft.com/office/presentation/8.0" 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)</a:t>
              </a:r>
              <a:endParaRPr xmlns:mc="http://schemas.openxmlformats.org/markup-compatibility/2006" xmlns:hp="http://schemas.haansoft.com/office/presentation/8.0" lang="en-US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모델 </a:t>
              </a:r>
              <a:r>
                <a:rPr xmlns:mc="http://schemas.openxmlformats.org/markup-compatibility/2006" xmlns:hp="http://schemas.haansoft.com/office/presentation/8.0" 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(</a:t>
              </a: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메인</a:t>
              </a:r>
              <a:r>
                <a:rPr xmlns:mc="http://schemas.openxmlformats.org/markup-compatibility/2006" xmlns:hp="http://schemas.haansoft.com/office/presentation/8.0" 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)</a:t>
              </a:r>
              <a:endParaRPr xmlns:mc="http://schemas.openxmlformats.org/markup-compatibility/2006" xmlns:hp="http://schemas.haansoft.com/office/presentation/8.0" lang="en-US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모델 </a:t>
              </a:r>
              <a:r>
                <a:rPr xmlns:mc="http://schemas.openxmlformats.org/markup-compatibility/2006" xmlns:hp="http://schemas.haansoft.com/office/presentation/8.0" 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(</a:t>
              </a: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메인</a:t>
              </a:r>
              <a:r>
                <a:rPr xmlns:mc="http://schemas.openxmlformats.org/markup-compatibility/2006" xmlns:hp="http://schemas.haansoft.com/office/presentation/8.0" 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)</a:t>
              </a:r>
              <a:endParaRPr xmlns:mc="http://schemas.openxmlformats.org/markup-compatibility/2006" xmlns:hp="http://schemas.haansoft.com/office/presentation/8.0" lang="en-US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모델 </a:t>
              </a:r>
              <a:r>
                <a:rPr xmlns:mc="http://schemas.openxmlformats.org/markup-compatibility/2006" xmlns:hp="http://schemas.haansoft.com/office/presentation/8.0" 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(</a:t>
              </a: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메인</a:t>
              </a:r>
              <a:r>
                <a:rPr xmlns:mc="http://schemas.openxmlformats.org/markup-compatibility/2006" xmlns:hp="http://schemas.haansoft.com/office/presentation/8.0" 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)</a:t>
              </a:r>
              <a:endParaRPr xmlns:mc="http://schemas.openxmlformats.org/markup-compatibility/2006" xmlns:hp="http://schemas.haansoft.com/office/presentation/8.0" lang="en-US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모델 </a:t>
              </a:r>
              <a:r>
                <a:rPr xmlns:mc="http://schemas.openxmlformats.org/markup-compatibility/2006" xmlns:hp="http://schemas.haansoft.com/office/presentation/8.0" 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(</a:t>
              </a: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서브</a:t>
              </a:r>
              <a:r>
                <a:rPr xmlns:mc="http://schemas.openxmlformats.org/markup-compatibility/2006" xmlns:hp="http://schemas.haansoft.com/office/presentation/8.0" lang="en-US" alt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ea typeface="맑은 고딕"/>
                </a:rPr>
                <a:t>)</a:t>
              </a:r>
              <a:r>
                <a:rPr xmlns:mc="http://schemas.openxmlformats.org/markup-compatibility/2006" xmlns:hp="http://schemas.haansoft.com/office/presentation/8.0" lang="ko-KR" altLang="en-US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ko-KR" sz="10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외 다수</a:t>
              </a:r>
              <a:endParaRPr xmlns:mc="http://schemas.openxmlformats.org/markup-compatibility/2006" xmlns:hp="http://schemas.haansoft.com/office/presentation/8.0" lang="ko-KR" sz="10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60" name="TextBox 25"/>
            <p:cNvSpPr/>
            <p:nvPr/>
          </p:nvSpPr>
          <p:spPr>
            <a:xfrm>
              <a:off x="2260570" y="10561486"/>
              <a:ext cx="1004309" cy="257478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손녀 역 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(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주연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)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61" name="TextBox 23"/>
            <p:cNvSpPr/>
            <p:nvPr/>
          </p:nvSpPr>
          <p:spPr>
            <a:xfrm>
              <a:off x="133371" y="10349052"/>
              <a:ext cx="979006" cy="259172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2025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연극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62" name="TextBox 24"/>
            <p:cNvSpPr/>
            <p:nvPr/>
          </p:nvSpPr>
          <p:spPr>
            <a:xfrm>
              <a:off x="887238" y="10564806"/>
              <a:ext cx="871741" cy="260988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작은 할머니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63" name="TextBox 136"/>
            <p:cNvSpPr/>
            <p:nvPr/>
          </p:nvSpPr>
          <p:spPr>
            <a:xfrm>
              <a:off x="130072" y="10555300"/>
              <a:ext cx="1122919" cy="258747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2024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연극</a:t>
              </a:r>
              <a:endParaRPr xmlns:mc="http://schemas.openxmlformats.org/markup-compatibility/2006" xmlns:hp="http://schemas.haansoft.com/office/presentation/8.0" lang="ko-KR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64" name="TextBox 137"/>
            <p:cNvSpPr/>
            <p:nvPr/>
          </p:nvSpPr>
          <p:spPr>
            <a:xfrm>
              <a:off x="889657" y="10365428"/>
              <a:ext cx="1126038" cy="26117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백석시인 백기행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65" name="TextBox 138"/>
            <p:cNvSpPr/>
            <p:nvPr/>
          </p:nvSpPr>
          <p:spPr>
            <a:xfrm>
              <a:off x="2273884" y="10369302"/>
              <a:ext cx="1252191" cy="257967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박경련</a:t>
              </a:r>
              <a:r>
                <a:rPr xmlns:mc="http://schemas.openxmlformats.org/markup-compatibility/2006" xmlns:hp="http://schemas.haansoft.com/office/presentation/8.0" lang="en-US" alt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</a:t>
              </a:r>
              <a:r>
                <a:rPr xmlns:mc="http://schemas.openxmlformats.org/markup-compatibility/2006" xmlns:hp="http://schemas.haansoft.com/office/presentation/8.0" lang="ko-KR" alt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역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 (</a:t>
              </a:r>
              <a:r>
                <a:rPr xmlns:mc="http://schemas.openxmlformats.org/markup-compatibility/2006" xmlns:hp="http://schemas.haansoft.com/office/presentation/8.0" lang="ko-KR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주연</a:t>
              </a:r>
              <a:r>
                <a:rPr xmlns:mc="http://schemas.openxmlformats.org/markup-compatibility/2006" xmlns:hp="http://schemas.haansoft.com/office/presentation/8.0" lang="en-US" sz="11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)</a:t>
              </a:r>
              <a:endParaRPr xmlns:mc="http://schemas.openxmlformats.org/markup-compatibility/2006" xmlns:hp="http://schemas.haansoft.com/office/presentation/8.0" lang="en-US" sz="11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66" name="TextBox 2"/>
            <p:cNvSpPr/>
            <p:nvPr/>
          </p:nvSpPr>
          <p:spPr>
            <a:xfrm>
              <a:off x="102809" y="8589010"/>
              <a:ext cx="979006" cy="295189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4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MOVIE</a:t>
              </a:r>
              <a:endParaRPr xmlns:mc="http://schemas.openxmlformats.org/markup-compatibility/2006" xmlns:hp="http://schemas.haansoft.com/office/presentation/8.0" lang="en-US" altLang="ko-KR" sz="14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67" name="TextBox 2"/>
            <p:cNvSpPr/>
            <p:nvPr/>
          </p:nvSpPr>
          <p:spPr>
            <a:xfrm>
              <a:off x="77704" y="6754736"/>
              <a:ext cx="979006" cy="291137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en-US" altLang="ko-KR" sz="14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DRAMA</a:t>
              </a:r>
              <a:endParaRPr xmlns:mc="http://schemas.openxmlformats.org/markup-compatibility/2006" xmlns:hp="http://schemas.haansoft.com/office/presentation/8.0" lang="en-US" altLang="ko-KR" sz="14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168" name="TextBox 2"/>
            <p:cNvSpPr/>
            <p:nvPr/>
          </p:nvSpPr>
          <p:spPr>
            <a:xfrm>
              <a:off x="122903" y="10089435"/>
              <a:ext cx="2207230" cy="293978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45720" tIns="44999" rIns="45720" bIns="44999" anchor="t">
              <a:spAutoFit/>
            </a:bodyPr>
            <a:lstStyle/>
            <a:p>
              <a:pPr lvl="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xmlns:mc="http://schemas.openxmlformats.org/markup-compatibility/2006" xmlns:hp="http://schemas.haansoft.com/office/presentation/8.0" lang="ko-KR" altLang="en-US" sz="1400" b="1" u="none" strike="noStrike" mc:Ignorable="hp" hp:hslEmbossed="0">
                  <a:solidFill>
                    <a:schemeClr val="lt1"/>
                  </a:solidFill>
                  <a:effectLst>
                    <a:outerShdw blurRad="76200" dist="76200" dir="2700000" algn="ctr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맑은 고딕"/>
                  <a:ea typeface="맑은 고딕"/>
                </a:rPr>
                <a:t>Theatrical performance</a:t>
              </a:r>
              <a:endParaRPr xmlns:mc="http://schemas.openxmlformats.org/markup-compatibility/2006" xmlns:hp="http://schemas.haansoft.com/office/presentation/8.0" lang="ko-KR" altLang="en-US" sz="1400" b="1" u="none" strike="noStrike" mc:Ignorable="hp" hp:hslEmbossed="0">
                <a:solidFill>
                  <a:schemeClr val="lt1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uFillTx/>
                <a:latin typeface="맑은 고딕"/>
                <a:ea typeface="맑은 고딕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/>
          <p:cNvPicPr>
            <a:picLocks noChangeAspect="1" noChangeArrowheads="1"/>
          </p:cNvPicPr>
          <p:nvPr/>
        </p:nvPicPr>
        <p:blipFill rotWithShape="1">
          <a:blip r:embed="rId2"/>
          <a:srcRect l="14280" t="12670" r="11390" b="15660"/>
          <a:stretch>
            <a:fillRect/>
          </a:stretch>
        </p:blipFill>
        <p:spPr>
          <a:xfrm>
            <a:off x="3709885" y="8425373"/>
            <a:ext cx="3986314" cy="2407726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pic>
        <p:nvPicPr>
          <p:cNvPr id="1035" name=""/>
          <p:cNvPicPr>
            <a:picLocks noChangeAspect="1"/>
          </p:cNvPicPr>
          <p:nvPr/>
        </p:nvPicPr>
        <p:blipFill rotWithShape="1">
          <a:blip r:embed="rId3"/>
          <a:srcRect l="20170" r="260" b="20020"/>
          <a:stretch>
            <a:fillRect/>
          </a:stretch>
        </p:blipFill>
        <p:spPr>
          <a:xfrm>
            <a:off x="3695700" y="0"/>
            <a:ext cx="4000498" cy="6034428"/>
          </a:xfrm>
          <a:prstGeom prst="rect">
            <a:avLst/>
          </a:prstGeom>
        </p:spPr>
      </p:pic>
      <p:pic>
        <p:nvPicPr>
          <p:cNvPr id="1036" name="그림 103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703469" y="5986880"/>
            <a:ext cx="3992730" cy="2661820"/>
          </a:xfrm>
          <a:prstGeom prst="rect">
            <a:avLst/>
          </a:prstGeom>
        </p:spPr>
      </p:pic>
      <p:pic>
        <p:nvPicPr>
          <p:cNvPr id="1038" name="그림 103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0"/>
            <a:ext cx="3710912" cy="6730417"/>
          </a:xfrm>
          <a:prstGeom prst="rect">
            <a:avLst/>
          </a:prstGeom>
        </p:spPr>
      </p:pic>
      <p:pic>
        <p:nvPicPr>
          <p:cNvPr id="1039" name="그림 1038"/>
          <p:cNvPicPr>
            <a:picLocks noChangeAspect="1"/>
          </p:cNvPicPr>
          <p:nvPr/>
        </p:nvPicPr>
        <p:blipFill rotWithShape="1">
          <a:blip r:embed="rId6"/>
          <a:srcRect t="18920" b="4730"/>
          <a:stretch>
            <a:fillRect/>
          </a:stretch>
        </p:blipFill>
        <p:spPr>
          <a:xfrm>
            <a:off x="0" y="6579921"/>
            <a:ext cx="3714112" cy="42494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152</ep:Words>
  <ep:PresentationFormat>사용자 지정</ep:PresentationFormat>
  <ep:Paragraphs>0</ep:Paragraphs>
  <ep:Slides>2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2</vt:i4>
      </vt:variant>
    </vt:vector>
  </ep:HeadingPairs>
  <ep:TitlesOfParts>
    <vt:vector size="4" baseType="lpstr">
      <vt:lpstr>Office Theme</vt:lpstr>
      <vt:lpstr>Office Theme</vt:lpstr>
      <vt:lpstr>슬라이드 1</vt:lpstr>
      <vt:lpstr>슬라이드 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Polaris Office</dc:creator>
  <cp:lastModifiedBy>yoohy</cp:lastModifiedBy>
  <dcterms:modified xsi:type="dcterms:W3CDTF">2026-01-23T07:05:09.712</dcterms:modified>
  <cp:revision>25</cp:revision>
  <dc:title>슬라이드 1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